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136637858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136637858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S_API1366378589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S_API1366378589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SLIDES_API1366378589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SLIDES_API1366378589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S_API1366378589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S_API1366378589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S_API1366378589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S_API1366378589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1366378589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S_API1366378589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SLIDES_API1366378589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SLIDES_API1366378589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S_API1366378589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S_API1366378589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SLIDES_API1366378589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SLIDES_API1366378589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SLIDES_API1366378589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SLIDES_API1366378589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SLIDES_API1366378589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SLIDES_API1366378589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Ziyada Corporate Proposal Template</a:t>
            </a:r>
            <a:endParaRPr b="1" sz="4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B2B-ready Google Slides template system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Cover, sections, pricing, quotation, and closing variants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Designed with glass cards, clean frames, and corporate rhythm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COVER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To Use This Deck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Duplicate this file and keep master styles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Swap colors/photos while preserving spacing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frame and card components from the asset pack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START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 Cover Options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Option A: Statement headline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Option B: KPI headline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Option C: Problem-solution angle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 one visual motif per section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SECTIONS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Executive Summary Layout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Client objective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Current challenge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Strategic thesis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Expected measurable impact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PROPOSAL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-&gt; Opportunity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is broken in the funnel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opportunity is being missed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 this proposal changes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PROPOSAL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 Architecture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Workstreams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Dependencies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Tools and automation layers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Ownership model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PROPOSAL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Pricing Options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Package A: Foundation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Package B: Growth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Package C: Performance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Include scope, timeline, and assumptions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QUOTATION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Quotation Page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Client details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Service line items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Commercial terms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Approval signature block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QUOTATION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Timeline &amp; Milestones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Week-by-week rollout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Review checkpoints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Delivery ownership and governance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DELIVERY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Case Study Template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Client context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Actions executed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Result with numbers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lesson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TRUST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&amp; Operating Model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Who leads strategy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Who manages execution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Reporting cadence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Escalation path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4"/>
          <p:cNvSpPr/>
          <p:nvPr/>
        </p:nvSpPr>
        <p:spPr>
          <a:xfrm>
            <a:off x="3175000" y="508000"/>
            <a:ext cx="5841900" cy="5841900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3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Ziyada System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Design and growth systems for measurable B2B outcomes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Contact: ali.biggy.af@gmail.com</a:t>
            </a:r>
            <a:endParaRPr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762000" y="914400"/>
            <a:ext cx="10668000" cy="5079900"/>
          </a:xfrm>
          <a:prstGeom prst="roundRect">
            <a:avLst>
              <a:gd fmla="val 16667" name="adj"/>
            </a:avLst>
          </a:prstGeom>
          <a:solidFill>
            <a:srgbClr val="FFFFFF">
              <a:alpha val="6000"/>
            </a:srgbClr>
          </a:solidFill>
          <a:ln cap="flat" cmpd="sng" w="12700">
            <a:solidFill>
              <a:srgbClr val="FFFFFF">
                <a:alpha val="32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4"/>
          <p:cNvSpPr/>
          <p:nvPr/>
        </p:nvSpPr>
        <p:spPr>
          <a:xfrm>
            <a:off x="8991600" y="330200"/>
            <a:ext cx="2412900" cy="355500"/>
          </a:xfrm>
          <a:prstGeom prst="roundRect">
            <a:avLst>
              <a:gd fmla="val 16667" name="adj"/>
            </a:avLst>
          </a:prstGeom>
          <a:solidFill>
            <a:srgbClr val="8B5CF6">
              <a:alpha val="24000"/>
            </a:srgbClr>
          </a:solidFill>
          <a:ln cap="flat" cmpd="sng" w="12700">
            <a:solidFill>
              <a:srgbClr val="8B5CF6">
                <a:alpha val="45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4"/>
          <p:cNvSpPr txBox="1"/>
          <p:nvPr/>
        </p:nvSpPr>
        <p:spPr>
          <a:xfrm>
            <a:off x="9093200" y="406400"/>
            <a:ext cx="2286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endParaRPr b="1" sz="10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