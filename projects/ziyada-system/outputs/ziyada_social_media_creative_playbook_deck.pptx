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6.xml"/><Relationship Id="rId22" Type="http://schemas.openxmlformats.org/officeDocument/2006/relationships/font" Target="fonts/Inter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S_API90267493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S_API9026749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SLIDES_API90267493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SLIDES_API90267493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SLIDES_API90267493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SLIDES_API90267493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SLIDES_API90267493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SLIDES_API90267493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SLIDES_API90267493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SLIDES_API90267493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SLIDES_API90267493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SLIDES_API90267493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SLIDES_API90267493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SLIDES_API90267493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SLIDES_API90267493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SLIDES_API90267493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SLIDES_API90267493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SLIDES_API90267493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SLIDES_API90267493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SLIDES_API90267493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SLIDES_API90267493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SLIDES_API90267493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SLIDES_API90267493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SLIDES_API90267493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Ziyada Social &amp; Creative Production Playbook</a:t>
            </a:r>
            <a:endParaRPr b="1" sz="4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Brand guideline + platform-specific design standards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 social media designers, editors, and marketing teams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COVER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Brand Core Rules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Color system and typography hierarchy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Icon language and spacing rules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When to use glass cards, frames, and patterns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BRAND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Platform Specs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LinkedIn, Instagram, X, YouTube, TikTok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Aspect ratios, safe zones, and export formats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Text limits and hook placement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PLATFORMS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Static Post System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Hero headline card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Problem-solution cards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CTA card variants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Logo lockup rules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STATIC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Carousel Design System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Slide 1 hook formats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Story arc from slide 2-7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Slide 8 CTA and lead capture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Progress markers and consistency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CAROUSEL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Reels &amp; Short Video System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0-3 sec hook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3-12 sec value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12-25 sec proof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25-35 sec CTA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Subtitle placement standards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REELS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Animation Guidelines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Motion pacing: calm, confident, intentional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transitions to support meaning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Avoid distracting effects in B2B contexts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ANIMATION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Montage Workflow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Script -&gt; shot list -&gt; edit map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Primary and secondary footage strategy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B-roll layering and text timing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Music and VO balance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MONTAGE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Transition Library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Fade for insight shifts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Directional slide for process steps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Scale reveal for highlights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Glitch only for rare emphasis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TRANSITIONS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Creative QA Checklist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Brand compliance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Message clarity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Platform fit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Readability on mobile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CTA and tracking tags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QA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Content Production Pipeline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Brief template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Asset request format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Review rounds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Approval flow between marketing and design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3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3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PROCESS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4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Examples To Build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" name="Google Shape;17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3x static templates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3x carousel templates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3x reel templates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1x campaign board per quarter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4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4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SAMPLES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5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Creative Team Enablement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this deck as your operating design manual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Update monthly with tested patterns and platform changes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Keep one source of truth for all teams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25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5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END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